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hishing_deck/icons/shield_navy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7955280" y="822960"/>
            <a:ext cx="4846320" cy="4846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00A8CC"/>
          </a:solidFill>
          <a:ln/>
        </p:spPr>
      </p:sp>
      <p:pic>
        <p:nvPicPr>
          <p:cNvPr id="4" name="Image 1" descr="/home/claude/phishing_deck/icons/fi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13" y="972693"/>
            <a:ext cx="477774" cy="4777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 ·  EMPLOYEE TRAINING MODULE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777240" y="224028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822960" y="3520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bait. Break the hook. Protect your organization from social engineering and email-based attacks.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22960" y="4434840"/>
            <a:ext cx="2926080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" y="4892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MOHAMED ANAS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22960" y="5532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Series  |  Module 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example-driven walkthrough of phishing threats and defenses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7830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DE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pic>
        <p:nvPicPr>
          <p:cNvPr id="6" name="Image 0" descr="/home/claude/phishing_deck/icons/envelop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2" y="19293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21122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scale, and why it works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770632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4672" y="28620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DE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pic>
        <p:nvPicPr>
          <p:cNvPr id="11" name="Image 1" descr="/home/claude/phishing_deck/icons/warn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3008376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862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Phishing Emails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31912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in the sender, subject, and body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849624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04672" y="394106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DE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pic>
        <p:nvPicPr>
          <p:cNvPr id="16" name="Image 2" descr="/home/claude/phishing_deck/icons/glob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4087368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9410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Fake Websites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URLs, certificates, and page clues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928616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04672" y="502005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DE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pic>
        <p:nvPicPr>
          <p:cNvPr id="21" name="Image 3" descr="/home/claude/phishing_deck/icons/hacke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5166360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50200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417320" y="5349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psychology attackers exploit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92240" y="1691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656832" y="17830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DE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pic>
        <p:nvPicPr>
          <p:cNvPr id="26" name="Image 4" descr="/home/claude/phishing_deck/icons/bug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8832" y="1929384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6948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269480" y="21122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that started with one email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492240" y="2770632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656832" y="28620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DE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pic>
        <p:nvPicPr>
          <p:cNvPr id="31" name="Image 5" descr="/home/claude/phishing_deck/icons/shield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8832" y="3008376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69480" y="2862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Response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269480" y="31912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habits and reporting steps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92240" y="3849624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6656832" y="394106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DE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pic>
        <p:nvPicPr>
          <p:cNvPr id="36" name="Image 6" descr="/home/claude/phishing_deck/icons/question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8832" y="4087368"/>
            <a:ext cx="438912" cy="43891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269480" y="39410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Knowledge Check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726948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yourself before you finish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form of social engineering where attackers impersonate a trusted person or organization — via email, text, or a fake website — to trick you into revealing credentials, financial details, or installing malware.
</a:t>
            </a:r>
            <a:pPr indent="0" marL="0">
              <a:lnSpc>
                <a:spcPts val="2200"/>
              </a:lnSpc>
              <a:buNone/>
            </a:pPr>
            <a:r>
              <a:rPr lang="en-US" sz="1450" i="1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remains the #1 entry point for data breaches worldwide because it targets people, not just systems.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rgbClr val="132C52"/>
          </a:solidFill>
          <a:ln/>
        </p:spPr>
      </p:sp>
      <p:pic>
        <p:nvPicPr>
          <p:cNvPr id="6" name="Image 0" descr="/home/claude/phishing_deck/icons/fish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0873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977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comes from </a:t>
            </a:r>
            <a:pPr indent="0" marL="0">
              <a:buNone/>
            </a:pPr>
            <a:r>
              <a:rPr lang="en-US" sz="1150" i="1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"fishing"</a:t>
            </a:r>
            <a:pPr indent="0" marL="0">
              <a:buNone/>
            </a:pPr>
            <a:r>
              <a:rPr lang="en-US" sz="11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attackers cast bait (a convincing message) and wait for someone to bite.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20840" y="169164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86600" y="1965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3.4B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915400" y="1965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every day worldwide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086600" y="3017520"/>
            <a:ext cx="4114800" cy="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3291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91540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successful breaches start with a phishing email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086600" y="4343400"/>
            <a:ext cx="4114800" cy="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86600" y="4617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4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8915400" y="4617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click a simulated phishing link in testing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566928" cy="56692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6" name="Image 0" descr="/home/claude/phishing_deck/icons/envelop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239" y="181919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Sender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7249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name looks right, but the actual email domain is misspelled or unrelated (e.g. paypa1-support.com).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16552" y="1463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691640"/>
            <a:ext cx="566928" cy="56692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11" name="Image 1" descr="/home/claude/phishing_deck/icons/c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711" y="181919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Threats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45152" y="27249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suspended in 24 hours" — pressure designed to stop you thinking clearly.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93024" y="1463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1624" y="1691640"/>
            <a:ext cx="566928" cy="56692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16" name="Image 2" descr="/home/claude/phishing_deck/icons/lin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183" y="1819199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21624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21624" y="27249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clicking: the visible text and the real destination URL don't match.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53872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3767328"/>
            <a:ext cx="566928" cy="56692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21" name="Image 3" descr="/home/claude/phishing_deck/icons/key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239" y="3894887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4531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Credentials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68680" y="4800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companies never ask you to email or type your password to "verify" your account.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416552" y="353872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3767328"/>
            <a:ext cx="566928" cy="56692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26" name="Image 4" descr="/home/claude/phishing_deck/icons/repo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711" y="3894887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45152" y="44531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 &amp; Errors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45152" y="4800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Customer" instead of your name, plus odd grammar, spacing, or formatting.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93024" y="3538728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21624" y="3767328"/>
            <a:ext cx="566928" cy="56692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31" name="Image 5" descr="/home/claude/phishing_deck/icons/gif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183" y="3894887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21624" y="44531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21624" y="4800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shipping labels, or resumes you didn't request — common malware delivery.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a Fake Website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73352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673352"/>
            <a:ext cx="128016" cy="128016"/>
          </a:xfrm>
          <a:prstGeom prst="ellipse">
            <a:avLst/>
          </a:prstGeom>
          <a:solidFill>
            <a:srgbClr val="F4B400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673352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1965960"/>
            <a:ext cx="4572000" cy="329184"/>
          </a:xfrm>
          <a:prstGeom prst="roundRect">
            <a:avLst>
              <a:gd name="adj" fmla="val 50000"/>
            </a:avLst>
          </a:prstGeom>
          <a:solidFill>
            <a:srgbClr val="F1F4F8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0" descr="/home/claude/phishing_deck/icons/times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1168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43584" y="19659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</a:t>
            </a:r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secure-paypal-login</a:t>
            </a:r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.verify-account.xyz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padlock  ·  odd domain ending  ·  brand name stitched into a strange URL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03720" y="1508760"/>
            <a:ext cx="457200" cy="457200"/>
          </a:xfrm>
          <a:prstGeom prst="ellipse">
            <a:avLst/>
          </a:prstGeom>
          <a:solidFill>
            <a:srgbClr val="00A8CC"/>
          </a:solidFill>
          <a:ln/>
        </p:spPr>
      </p:sp>
      <p:pic>
        <p:nvPicPr>
          <p:cNvPr id="13" name="Image 1" descr="/home/claude/phishing_deck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6002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25512" y="14813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padlock &amp; "https"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525512" y="181965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invalid certificates are a warning sign — but note some scam sites also use https, so it's not proof alone.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903720" y="2679192"/>
            <a:ext cx="457200" cy="457200"/>
          </a:xfrm>
          <a:prstGeom prst="ellipse">
            <a:avLst/>
          </a:prstGeom>
          <a:solidFill>
            <a:srgbClr val="00A8CC"/>
          </a:solidFill>
          <a:ln/>
        </p:spPr>
      </p:sp>
      <p:pic>
        <p:nvPicPr>
          <p:cNvPr id="17" name="Image 2" descr="/home/claude/phishing_dec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77063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525512" y="2651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domain carefully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525512" y="299008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extra words, hyphens, or lookalike letters (rn instead of m, 0 instead of O).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903720" y="3849624"/>
            <a:ext cx="457200" cy="457200"/>
          </a:xfrm>
          <a:prstGeom prst="ellipse">
            <a:avLst/>
          </a:prstGeom>
          <a:solidFill>
            <a:srgbClr val="00A8CC"/>
          </a:solidFill>
          <a:ln/>
        </p:spPr>
      </p:sp>
      <p:pic>
        <p:nvPicPr>
          <p:cNvPr id="21" name="Image 3" descr="/home/claude/phishing_dec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394106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25512" y="3822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address yourself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525512" y="41605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clicking a link, navigate to the site directly or use a saved bookmark.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903720" y="5020056"/>
            <a:ext cx="457200" cy="457200"/>
          </a:xfrm>
          <a:prstGeom prst="ellipse">
            <a:avLst/>
          </a:prstGeom>
          <a:solidFill>
            <a:srgbClr val="00A8CC"/>
          </a:solidFill>
          <a:ln/>
        </p:spPr>
      </p:sp>
      <p:pic>
        <p:nvPicPr>
          <p:cNvPr id="25" name="Image 4" descr="/home/claude/phishing_deck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511149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25512" y="49926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wary of urgent pop-ups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7525512" y="533095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"virus detected" or "account locked" banners pressuring immediate action.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human psychology, not just technical flaws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80260" y="2011680"/>
            <a:ext cx="640080" cy="640080"/>
          </a:xfrm>
          <a:prstGeom prst="ellipse">
            <a:avLst/>
          </a:prstGeom>
          <a:solidFill>
            <a:srgbClr val="1B3B66"/>
          </a:solidFill>
          <a:ln/>
        </p:spPr>
      </p:sp>
      <p:pic>
        <p:nvPicPr>
          <p:cNvPr id="7" name="Image 0" descr="/home/claude/phishing_deck/icons/clo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4278" y="215569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88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1363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deadlines that short-circuit careful thinking.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16552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6732" y="2011680"/>
            <a:ext cx="640080" cy="640080"/>
          </a:xfrm>
          <a:prstGeom prst="ellipse">
            <a:avLst/>
          </a:prstGeom>
          <a:solidFill>
            <a:srgbClr val="1B3B66"/>
          </a:solidFill>
          <a:ln/>
        </p:spPr>
      </p:sp>
      <p:pic>
        <p:nvPicPr>
          <p:cNvPr id="12" name="Image 1" descr="/home/claude/phishing_deck/icons/bos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0" y="215569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2788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45152" y="31363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executives, IT, or law enforcement to compel action.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93024" y="17830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633204" y="2011680"/>
            <a:ext cx="640080" cy="640080"/>
          </a:xfrm>
          <a:prstGeom prst="ellipse">
            <a:avLst/>
          </a:prstGeom>
          <a:solidFill>
            <a:srgbClr val="1B3B66"/>
          </a:solidFill>
          <a:ln/>
        </p:spPr>
      </p:sp>
      <p:pic>
        <p:nvPicPr>
          <p:cNvPr id="17" name="Image 2" descr="/home/claude/phishing_deck/icons/hacker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222" y="215569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2788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&amp; Intimidation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421624" y="31363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fines, job loss, or legal trouble.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080260" y="4160520"/>
            <a:ext cx="640080" cy="640080"/>
          </a:xfrm>
          <a:prstGeom prst="ellipse">
            <a:avLst/>
          </a:prstGeom>
          <a:solidFill>
            <a:srgbClr val="1B3B66"/>
          </a:solidFill>
          <a:ln/>
        </p:spPr>
      </p:sp>
      <p:pic>
        <p:nvPicPr>
          <p:cNvPr id="22" name="Image 3" descr="/home/claude/phishing_deck/icons/gif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4278" y="4304538"/>
            <a:ext cx="352044" cy="3520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" y="4937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&amp; Reward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68680" y="52852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prizes, invoices, or "you won" messages.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416552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856732" y="4160520"/>
            <a:ext cx="640080" cy="640080"/>
          </a:xfrm>
          <a:prstGeom prst="ellipse">
            <a:avLst/>
          </a:prstGeom>
          <a:solidFill>
            <a:srgbClr val="1B3B66"/>
          </a:solidFill>
          <a:ln/>
        </p:spPr>
      </p:sp>
      <p:pic>
        <p:nvPicPr>
          <p:cNvPr id="27" name="Image 4" descr="/home/claude/phishing_deck/icons/handshak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0" y="4304538"/>
            <a:ext cx="352044" cy="3520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99432" y="4937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Familiarity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645152" y="52852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a colleague, vendor, or known brand.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93024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633204" y="4160520"/>
            <a:ext cx="640080" cy="640080"/>
          </a:xfrm>
          <a:prstGeom prst="ellipse">
            <a:avLst/>
          </a:prstGeom>
          <a:solidFill>
            <a:srgbClr val="1B3B66"/>
          </a:solidFill>
          <a:ln/>
        </p:spPr>
      </p:sp>
      <p:pic>
        <p:nvPicPr>
          <p:cNvPr id="32" name="Image 5" descr="/home/claude/phishing_deck/icons/question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7222" y="4304538"/>
            <a:ext cx="352044" cy="3520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75904" y="4937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421624" y="52852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2 spots left" or "offer expires tonight."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Phishing Variants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channel, same psychological playbook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09928"/>
            <a:ext cx="530352" cy="530352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6" name="Image 0" descr="/home/claude/phishing_deck/icons/envelop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577" y="1829257"/>
            <a:ext cx="291694" cy="291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9616" y="17282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emails researched around one specific person or role.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16552" y="15087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709928"/>
            <a:ext cx="530352" cy="530352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11" name="Image 1" descr="/home/claude/phishing_deck/icons/bos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049" y="1829257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17282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45152" y="2377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— often fake wire-transfer requests.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93024" y="15087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709928"/>
            <a:ext cx="530352" cy="530352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16" name="Image 2" descr="/home/claude/phishing_deck/icons/phon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521" y="1829257"/>
            <a:ext cx="291694" cy="291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17282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21624" y="2377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phishing: phone calls impersonating banks, IT support, or officials.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493008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3694176"/>
            <a:ext cx="530352" cy="530352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21" name="Image 3" descr="/home/claude/phishing_deck/icons/mous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577" y="3813505"/>
            <a:ext cx="291694" cy="2916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99616" y="37124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68680" y="43616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text messages with malicious links or fake delivery notices.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16552" y="3493008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3694176"/>
            <a:ext cx="530352" cy="530352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26" name="Image 4" descr="/home/claude/phishing_deck/icons/networ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049" y="3813505"/>
            <a:ext cx="291694" cy="2916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76088" y="37124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45152" y="43616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near-identical copy of a real email, with links swapped for malicious ones.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93024" y="3493008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3694176"/>
            <a:ext cx="530352" cy="530352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31" name="Image 5" descr="/home/claude/phishing_deck/icons/glob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521" y="3813505"/>
            <a:ext cx="291694" cy="2916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37124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21624" y="43616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Redirecting users from a legitimate site to a fraudulent look-alike.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B3B66"/>
          </a:solidFill>
          <a:ln/>
        </p:spPr>
      </p:sp>
      <p:pic>
        <p:nvPicPr>
          <p:cNvPr id="6" name="Image 0" descr="/home/claude/phishing_deck/icons/bug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21099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&amp; Facebook — $100M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52044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2013–2015: A fraudster impersonated a hardware vendor and sent fake invoices, tricking both companies' finance teams into wiring over $100 million combined.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90872" y="1965960"/>
            <a:ext cx="640080" cy="640080"/>
          </a:xfrm>
          <a:prstGeom prst="ellipse">
            <a:avLst/>
          </a:prstGeom>
          <a:solidFill>
            <a:srgbClr val="1B3B66"/>
          </a:solidFill>
          <a:ln/>
        </p:spPr>
      </p:sp>
      <p:pic>
        <p:nvPicPr>
          <p:cNvPr id="11" name="Image 1" descr="/home/claude/phishing_deck/icons/networ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099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Twitter — 2020 Account Hijack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90872" y="352044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used a phone-based spear-phishing (vishing) attack on employees to gain internal tool access, hijacking high-profile accounts including Obama and Musk.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67344" y="1965960"/>
            <a:ext cx="640080" cy="640080"/>
          </a:xfrm>
          <a:prstGeom prst="ellipse">
            <a:avLst/>
          </a:prstGeom>
          <a:solidFill>
            <a:srgbClr val="1B3B66"/>
          </a:solidFill>
          <a:ln/>
        </p:spPr>
      </p:sp>
      <p:pic>
        <p:nvPicPr>
          <p:cNvPr id="16" name="Image 2" descr="/home/claude/phishing_deck/icons/ba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362" y="210997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67344" y="2788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RSA SecurID — 2011 Breach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67344" y="352044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opened an Excel attachment titled "2011 Recruitment Plan" from a phishing email, giving attackers a foothold that compromised SecurID tokens used by defense contractors.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Stay Safe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64792"/>
            <a:ext cx="658368" cy="65836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6" name="Image 0" descr="/home/claude/phishing_deck/icons/search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1912925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3677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Trust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00200" y="19659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sender through a known, separate channel — not by replying to the suspicious message.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92240" y="150876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1764792"/>
            <a:ext cx="658368" cy="65836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11" name="Image 1" descr="/home/claude/phishing_deck/icons/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253" y="1912925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63677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Multi-Factor Authentication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452360" y="196596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stops most account takeovers even if a password is stolen.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2843784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099816"/>
            <a:ext cx="658368" cy="65836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16" name="Image 2" descr="/home/claude/phishing_deck/icons/key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324794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9718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Reuse Passwords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00200" y="330098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 so one breach doesn't compromise every account.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92240" y="2843784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0" y="3099816"/>
            <a:ext cx="658368" cy="65836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21" name="Image 3" descr="/home/claude/phishing_deck/icons/laptop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253" y="324794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29718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452360" y="330098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close the vulnerabilities phishing malware relies 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178808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4434840"/>
            <a:ext cx="658368" cy="65836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26" name="Image 4" descr="/home/claude/phishing_deck/icons/envelop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4582973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30682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You Click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00200" y="463600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links and check attachments before opening — when in doubt, don't.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492240" y="4178808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675120" y="4434840"/>
            <a:ext cx="658368" cy="658368"/>
          </a:xfrm>
          <a:prstGeom prst="ellipse">
            <a:avLst/>
          </a:prstGeom>
          <a:solidFill>
            <a:srgbClr val="E8EEF6"/>
          </a:solidFill>
          <a:ln/>
        </p:spPr>
      </p:sp>
      <p:pic>
        <p:nvPicPr>
          <p:cNvPr id="31" name="Image 5" descr="/home/claude/phishing_deck/icons/repor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3253" y="4582973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52360" y="430682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Don't Just Delete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452360" y="463600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suspicious emails to IT/Security so others can be warned and blocked.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Suspect Phishing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four-step response you can always fall back 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85216" y="219456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2331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5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76756" y="2788920"/>
            <a:ext cx="731520" cy="731520"/>
          </a:xfrm>
          <a:prstGeom prst="ellipse">
            <a:avLst/>
          </a:prstGeom>
          <a:solidFill>
            <a:srgbClr val="00A8CC"/>
          </a:solidFill>
          <a:ln/>
        </p:spPr>
      </p:sp>
      <p:pic>
        <p:nvPicPr>
          <p:cNvPr id="7" name="Image 0" descr="/home/claude/phishing_deck/icons/ba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95351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3703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" y="4114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links, open attachments, or reply.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45536" y="3154680"/>
            <a:ext cx="228600" cy="0"/>
          </a:xfrm>
          <a:prstGeom prst="line">
            <a:avLst/>
          </a:prstGeom>
          <a:noFill/>
          <a:ln w="19050">
            <a:solidFill>
              <a:srgbClr val="00A8CC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19856" y="219456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19856" y="2331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5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11396" y="2788920"/>
            <a:ext cx="731520" cy="731520"/>
          </a:xfrm>
          <a:prstGeom prst="ellipse">
            <a:avLst/>
          </a:prstGeom>
          <a:solidFill>
            <a:srgbClr val="00A8CC"/>
          </a:solidFill>
          <a:ln/>
        </p:spPr>
      </p:sp>
      <p:pic>
        <p:nvPicPr>
          <p:cNvPr id="14" name="Image 1" descr="/home/claude/phishing_deck/icons/sear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988" y="295351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19856" y="3703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02736" y="4114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 through a separate, trusted channel.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80176" y="3154680"/>
            <a:ext cx="228600" cy="0"/>
          </a:xfrm>
          <a:prstGeom prst="line">
            <a:avLst/>
          </a:prstGeom>
          <a:noFill/>
          <a:ln w="19050">
            <a:solidFill>
              <a:srgbClr val="00A8CC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254496" y="219456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54496" y="2331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5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146036" y="2788920"/>
            <a:ext cx="731520" cy="731520"/>
          </a:xfrm>
          <a:prstGeom prst="ellipse">
            <a:avLst/>
          </a:prstGeom>
          <a:solidFill>
            <a:srgbClr val="00A8CC"/>
          </a:solidFill>
          <a:ln/>
        </p:spPr>
      </p:sp>
      <p:pic>
        <p:nvPicPr>
          <p:cNvPr id="21" name="Image 2" descr="/home/claude/phishing_deck/icons/repo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628" y="295351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54496" y="3703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37376" y="4114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it to IT/Security or use the "Report Phishing" button.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814816" y="3154680"/>
            <a:ext cx="228600" cy="0"/>
          </a:xfrm>
          <a:prstGeom prst="line">
            <a:avLst/>
          </a:prstGeom>
          <a:noFill/>
          <a:ln w="19050">
            <a:solidFill>
              <a:srgbClr val="00A8CC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9089136" y="219456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089136" y="2331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5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9980676" y="2788920"/>
            <a:ext cx="731520" cy="7315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8" name="Image 3" descr="/home/claude/phishing_deck/icons/times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5268" y="2953512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089136" y="3703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272016" y="4114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it once it's reported — don't forward to coworkers yourself.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61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 — answers on the next slide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5740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A8C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542032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from "support@paypa1.com" asks you to confirm your password urgently. What should you do?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3703320"/>
            <a:ext cx="292608" cy="292608"/>
          </a:xfrm>
          <a:prstGeom prst="ellipse">
            <a:avLst/>
          </a:prstGeom>
          <a:solidFill>
            <a:srgbClr val="EDF1F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61872" y="3685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and log in to check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4206240"/>
            <a:ext cx="292608" cy="292608"/>
          </a:xfrm>
          <a:prstGeom prst="ellipse">
            <a:avLst/>
          </a:prstGeom>
          <a:solidFill>
            <a:srgbClr val="EDF1F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61872" y="4187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with your password to be safe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8680" y="4709160"/>
            <a:ext cx="292608" cy="292608"/>
          </a:xfrm>
          <a:prstGeom prst="ellipse">
            <a:avLst/>
          </a:prstGeom>
          <a:solidFill>
            <a:srgbClr val="EDF1F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61872" y="4690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click; verify via PayPal's official site/app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8680" y="5212080"/>
            <a:ext cx="292608" cy="292608"/>
          </a:xfrm>
          <a:prstGeom prst="ellipse">
            <a:avLst/>
          </a:prstGeom>
          <a:solidFill>
            <a:srgbClr val="EDF1F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212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61872" y="51937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it to a friend for a second opinion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16552" y="18288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5152" y="205740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A8CC"/>
          </a:solidFill>
          <a:ln/>
        </p:spPr>
      </p:sp>
      <p:sp>
        <p:nvSpPr>
          <p:cNvPr id="23" name="Text 21"/>
          <p:cNvSpPr/>
          <p:nvPr/>
        </p:nvSpPr>
        <p:spPr>
          <a:xfrm>
            <a:off x="4645152" y="2057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45152" y="2542032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the strongest sign of a phishing website?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45152" y="3703320"/>
            <a:ext cx="292608" cy="292608"/>
          </a:xfrm>
          <a:prstGeom prst="ellipse">
            <a:avLst/>
          </a:prstGeom>
          <a:solidFill>
            <a:srgbClr val="EDF1F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38344" y="3685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loads slowly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45152" y="4206240"/>
            <a:ext cx="292608" cy="292608"/>
          </a:xfrm>
          <a:prstGeom prst="ellipse">
            <a:avLst/>
          </a:prstGeom>
          <a:solidFill>
            <a:srgbClr val="EDF1F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38344" y="4187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has extra words and no valid padlock/certificate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45152" y="4709160"/>
            <a:ext cx="292608" cy="292608"/>
          </a:xfrm>
          <a:prstGeom prst="ellipse">
            <a:avLst/>
          </a:prstGeom>
          <a:solidFill>
            <a:srgbClr val="EDF1F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38344" y="4690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uses a dark color theme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45152" y="5212080"/>
            <a:ext cx="292608" cy="292608"/>
          </a:xfrm>
          <a:prstGeom prst="ellipse">
            <a:avLst/>
          </a:prstGeom>
          <a:solidFill>
            <a:srgbClr val="EDF1F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5212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38344" y="51937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has a contact form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193024" y="18288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1B2A41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421624" y="2057400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00A8CC"/>
          </a:solidFill>
          <a:ln/>
        </p:spPr>
      </p:sp>
      <p:sp>
        <p:nvSpPr>
          <p:cNvPr id="39" name="Text 37"/>
          <p:cNvSpPr/>
          <p:nvPr/>
        </p:nvSpPr>
        <p:spPr>
          <a:xfrm>
            <a:off x="8421624" y="2057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421624" y="2542032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"CEO" emails you urgently requesting a gift card purchase, refusing phone contact. This is most likely: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421624" y="3703320"/>
            <a:ext cx="292608" cy="292608"/>
          </a:xfrm>
          <a:prstGeom prst="ellipse">
            <a:avLst/>
          </a:prstGeom>
          <a:solidFill>
            <a:srgbClr val="EDF1F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21624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814816" y="3685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executive request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421624" y="4206240"/>
            <a:ext cx="292608" cy="292608"/>
          </a:xfrm>
          <a:prstGeom prst="ellipse">
            <a:avLst/>
          </a:prstGeom>
          <a:solidFill>
            <a:srgbClr val="EDF1F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21624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814816" y="4187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 / CEO fraud using urgency and authority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421624" y="4709160"/>
            <a:ext cx="292608" cy="292608"/>
          </a:xfrm>
          <a:prstGeom prst="ellipse">
            <a:avLst/>
          </a:prstGeom>
          <a:solidFill>
            <a:srgbClr val="EDF1F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21624" y="4709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814816" y="4690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calendar reminder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421624" y="5212080"/>
            <a:ext cx="292608" cy="292608"/>
          </a:xfrm>
          <a:prstGeom prst="ellipse">
            <a:avLst/>
          </a:prstGeom>
          <a:solidFill>
            <a:srgbClr val="EDF1F6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21624" y="5212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814816" y="51937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 system notification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do?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810512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7" name="Image 0" descr="/home/claude/phishing_deck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19019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606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click; verify via PayPal's official site/app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474720"/>
            <a:ext cx="3063240" cy="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61188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"paypa1.com" uses a digit 1 instead of the letter l — always verify through a known, official channel.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416552" y="16459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5152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59752" y="1810512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15" name="Image 1" descr="/home/claude/phishing_deck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192" y="190195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45152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45152" y="2606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has extra words and no valid padlock/certificate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645152" y="3474720"/>
            <a:ext cx="3063240" cy="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45152" y="361188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speed and color theme are irrelevant to legitimacy; the domain and certificate are the real signal.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93024" y="16459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3294B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421624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10936224" y="1810512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3" name="Image 2" descr="/home/claude/phishing_dec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4" y="190195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21624" y="2240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421624" y="2606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 / CEO fraud using urgency and authority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421624" y="3474720"/>
            <a:ext cx="3063240" cy="0"/>
          </a:xfrm>
          <a:prstGeom prst="line">
            <a:avLst/>
          </a:prstGeom>
          <a:noFill/>
          <a:ln w="9525">
            <a:solidFill>
              <a:srgbClr val="24406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421624" y="361188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Urgency, authority, and refusal to verify by phone are classic whaling / business email compromise tactics.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hishing_deck/icons/shield_navy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7772400" y="109728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822960"/>
            <a:ext cx="868680" cy="868680"/>
          </a:xfrm>
          <a:prstGeom prst="ellipse">
            <a:avLst/>
          </a:prstGeom>
          <a:solidFill>
            <a:srgbClr val="00A8CC"/>
          </a:solidFill>
          <a:ln/>
        </p:spPr>
      </p:sp>
      <p:pic>
        <p:nvPicPr>
          <p:cNvPr id="4" name="Image 1" descr="/home/claude/phishing_deck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13" y="1018413"/>
            <a:ext cx="477774" cy="4777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Alert. Stay Secure.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822960" y="27889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don't click — verify, then report. Every employee is a critical line of defense against phishing.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00A8C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22960" y="4251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MOHAMED ANAS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4754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Series  |  Module 01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2026-07-31T05:17:27Z</dcterms:created>
  <dcterms:modified xsi:type="dcterms:W3CDTF">2026-07-31T05:17:27Z</dcterms:modified>
</cp:coreProperties>
</file>